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LJENG</cp:lastModifiedBy>
  <cp:revision>147</cp:revision>
  <dcterms:created xsi:type="dcterms:W3CDTF">2013-12-12T18:46:50Z</dcterms:created>
  <dcterms:modified xsi:type="dcterms:W3CDTF">2025-12-06T06:15:27Z</dcterms:modified>
  <cp:category/>
</cp:coreProperties>
</file>